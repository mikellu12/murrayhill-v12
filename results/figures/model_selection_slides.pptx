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Which vision-language model,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Murray Hill · Street Interface Matrix · benchmarked on our own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222222"/>
                </a:solidFill>
              </a:defRPr>
            </a:pPr>
            <a:r>
              <a:t>The question is not “which model predicts GVI best”.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GVI is a vegetation pixel share. A segmenter measuring it is measuring the target directly, so scoring a VLM against it tests the VLM on the segmenter’s home turf.</a:t>
            </a:r>
          </a:p>
          <a:p>
            <a:pPr>
              <a:spcAft>
                <a:spcPts val="900"/>
              </a:spcAft>
              <a:defRPr sz="1500" b="1">
                <a:solidFill>
                  <a:srgbClr val="222222"/>
                </a:solidFill>
              </a:defRPr>
            </a:pPr>
            <a:r>
              <a:t>The model has to produce judgements a segmenter cannot express.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There is no ADE20K or Cityscapes class for “somewhere to sit”, “how much the frontage varies”, or “how far greenery relieves the enclosure”. Those are the SIM terms.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GVI and VEI are the validity check — a measured quantity to score the ratings against, so “the model rates greenery sensibly” is a number, not an assertion.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How to read these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F1 runs 0 to 1, higher is better — but the higher column is the one that 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222222"/>
                </a:solidFill>
              </a:defRPr>
            </a:pPr>
            <a:r>
              <a:t>“Discriminating” means the model’s answer changes with the image.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A model that says the same thing to every street carries no information about any street, however confident it sounds. That is the failure these two columns exist to expose.</a:t>
            </a:r>
          </a:p>
          <a:p>
            <a:pPr>
              <a:spcAft>
                <a:spcPts val="900"/>
              </a:spcAft>
              <a:defRPr sz="1500" b="1">
                <a:solidFill>
                  <a:srgbClr val="222222"/>
                </a:solidFill>
              </a:defRPr>
            </a:pPr>
            <a:r>
              <a:t>Read the WEAKER of the two columns, not the higher one.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A model that answers “no” to everything scores 0.70 on the No column and 0.00 on the Yes column. The 0.70 is an artefact of the class balance; only the 0.00 tells you it never decided anything.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The benchmark: a coin flip on a balanced task gives about 0.50 on BOTH sides. Weaker side near 0.50 = discriminating. Well below = drifting toward one answer.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3434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weaker side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reading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≥ 0.50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discriminates both ways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0.30 – 0.50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lopsided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0.15 – 0.30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mostly answers one way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&lt; 0.15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degenerate — answers one way regardless of input</a:t>
                      </a:r>
                    </a:p>
                  </a:txBody>
                  <a:tcPr marL="73152" marR="73152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What the cited work benchmarked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MINGLE (Liu, …, Sevtsuk — AAAI 2026), Table 2 · ten VLMs, zero-shot, pairwise classification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76655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778"/>
                <a:gridCol w="926926"/>
                <a:gridCol w="1019618"/>
                <a:gridCol w="1019618"/>
                <a:gridCol w="1019618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F1 Yes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F1 No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weaker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Qwen2-VL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72B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Qwen2.5-VL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72B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Qwen2-VL   ← selected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7B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0.53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0.54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0.53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Pixtral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12B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0.51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0.51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LLama3.2-Vision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11B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Gemma 3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24B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Phi 3.5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4.2B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0.57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Claude-Sonnet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Qwen2.5-VL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7B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0.69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GPT-4o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73152" marR="73152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23760" y="178308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22222"/>
                </a:solidFill>
              </a:defRPr>
            </a:pPr>
            <a:r>
              <a:t>Sorted by the weaker side. Only four of ten clear 0.50.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Two of those four are 72B and do not fit a 12 GB card. GPT-4o answered “no” to everything: 0.00 / 0.70. Qwen2.5-VL-7B at 0.10 / 0.69 is nearly the same collapse.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Phi 3.5 shows why the higher column misleads — its F1(Yes) of 0.57 beats the selected model’s 0.53, but its weaker side is 0.24.</a:t>
            </a:r>
          </a:p>
          <a:p>
            <a:pPr>
              <a:spcAft>
                <a:spcPts val="900"/>
              </a:spcAft>
              <a:defRPr sz="1300" b="1">
                <a:solidFill>
                  <a:srgbClr val="222222"/>
                </a:solidFill>
              </a:defRPr>
            </a:pPr>
            <a:r>
              <a:t>Same failure mode we measured: Qwen2.5-VL-3B answering 3 to every image.</a:t>
            </a:r>
          </a:p>
          <a:p>
            <a:pPr>
              <a:spcAft>
                <a:spcPts val="900"/>
              </a:spcAft>
              <a:defRPr sz="1300" b="1">
                <a:solidFill>
                  <a:srgbClr val="222222"/>
                </a:solidFill>
              </a:defRPr>
            </a:pPr>
            <a:r>
              <a:t>Table 3, region detection (mIoU):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MINGLE hybrid 0.64  ·  Claude-Sonnet 0.02  ·  GPT-4o 0.01  ·  Claude-Opus 0.01  ·  Qwen2-VL-7B 0.00  ·  LLama3.2-V 0.00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Every pure VLM collapses on localisation. Only detector + VLM 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Measured here — generative VLMs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282 Murray Hill panoramas · Spearman vs measured GVI / VEI · bootstrap clustered on block face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37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1441"/>
                <a:gridCol w="3242966"/>
                <a:gridCol w="3719873"/>
                <a:gridCol w="1239957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greenery vs GVI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enclosure vs VEI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VRAM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Qwen2-VL-7B  (4-bit NF4)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+0.733   [+0.632, +0.792]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+0.480   [+0.340, +0.585]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5.9 GB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Qwen2.5-VL-3B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+0.494   [+0.359, +0.603]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constant — 3 on 83 of 85 measured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~3 GB</a:t>
                      </a:r>
                    </a:p>
                  </a:txBody>
                  <a:tcPr marL="73152" marR="73152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1546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22222"/>
                </a:solidFill>
              </a:defRPr>
            </a:pPr>
            <a:r>
              <a:t>Why only two generative models here, when MINGLE tested ten: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One 12 GB card, run locally. That removes most of the field before any measurement: 72B needs &gt;40 GB, and even 7B in bf16 is 16.6 GB — 4-bit NF4 brings it to 5.9 GB, which is why we run a quantised 7B.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6,271 generative VLM calls were made on this corpus in one day. At API rates that is $25–95 — but cost is not the point. The schema changed six times that day, and each change meant re-running everything. Under a per-call meter that iteration does not happen.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So the question left is narrow: does the model work on THIS imagery and THIS schema, and is 7B worth its cost over 3B? Counting open-vocabulary models, four VLMs were tested here, not two.</a:t>
            </a:r>
          </a:p>
          <a:p>
            <a:pPr>
              <a:spcAft>
                <a:spcPts val="900"/>
              </a:spcAft>
              <a:defRPr sz="1300" b="1">
                <a:solidFill>
                  <a:srgbClr val="222222"/>
                </a:solidFill>
              </a:defRPr>
            </a:pPr>
            <a:r>
              <a:t>Model size is load-bearing.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7B beats 3B by +0.24 on greenery, and is the difference between a usable enclosure rating and no variance at all. Measured directly on 85 images, the 3B returned {"enclosure": 3} on all 83 that parsed — a degenerate answer, not a parsing failure.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Measured here — open-vocabulary VLMs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same images, same metric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3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965"/>
                <a:gridCol w="2283097"/>
                <a:gridCol w="2985588"/>
                <a:gridCol w="2985588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greenery vs GVI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enclosure vs VEI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CLIPSeg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open-vocab VLM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+0.809   [+0.725, +0.854]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+0.414   [+0.178, +0.591]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OWLv2  ‘a street tree’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open-vocab VLM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+0.519   [+0.384, +0.606]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222222"/>
                </a:solidFill>
              </a:defRPr>
            </a:pPr>
            <a:r>
              <a:t>CLIPSeg scores highest on greenery and is still not the choice: it returns a mask for a prompt, not a rating on a scale. It cannot answer the SIM schema.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OWLv2 is phrasing-sensitive: scored against the SAME target, wording alone moves it from 0.555 (“scaffolding”) to 0.757 (“metal scaffold poles”).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Why Qwen2-VL-7B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222222"/>
                </a:solidFill>
              </a:defRPr>
            </a:pPr>
            <a:r>
              <a:t>1.  It is the only tested model that can answer the SIM schema.</a:t>
            </a:r>
          </a:p>
          <a:p>
            <a:pPr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CLIPSeg scores higher on greenery but returns masks, not ratings. That is the deciding constraint, not the correlation.</a:t>
            </a:r>
          </a:p>
          <a:p>
            <a:pPr>
              <a:spcAft>
                <a:spcPts val="900"/>
              </a:spcAft>
              <a:defRPr sz="1400" b="1">
                <a:solidFill>
                  <a:srgbClr val="222222"/>
                </a:solidFill>
              </a:defRPr>
            </a:pPr>
            <a:r>
              <a:t>2.  Best VLM on enclosure — +0.480, against CLIPSeg +0.414 and a constant from the 3B.</a:t>
            </a:r>
          </a:p>
          <a:p>
            <a:pPr>
              <a:spcAft>
                <a:spcPts val="900"/>
              </a:spcAft>
              <a:defRPr sz="1400" b="1">
                <a:solidFill>
                  <a:srgbClr val="222222"/>
                </a:solidFill>
              </a:defRPr>
            </a:pPr>
            <a:r>
              <a:t>3.  Size is load-bearing, and 72B does not fit.</a:t>
            </a:r>
          </a:p>
          <a:p>
            <a:pPr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16.6 GB in bf16 exceeds a 12.9 GB card; 4-bit NF4 brings 7B to 5.9 GB with no measured loss. MINGLE traded 0.62 → 0.53 for the same reason by choice; we do it by constraint.</a:t>
            </a:r>
          </a:p>
          <a:p>
            <a:pPr>
              <a:spcAft>
                <a:spcPts val="900"/>
              </a:spcAft>
              <a:defRPr sz="1400" b="1">
                <a:solidFill>
                  <a:srgbClr val="222222"/>
                </a:solidFill>
              </a:defRPr>
            </a:pPr>
            <a:r>
              <a:t>4.  Independently selected by MINGLE after benchmarking ten VLMs including GPT-4o, Claude Sonnet and Claude Opus:</a:t>
            </a:r>
          </a:p>
          <a:p>
            <a:pPr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“smaller variants — especially Qwen2-VL (7B) — show just marginally lower performance, while being more robust to overfitting, have lower memory requirements and significantly faster inference”, because “urban analysis requires working with vast amounts of data”.</a:t>
            </a:r>
          </a:p>
          <a:p>
            <a:pPr>
              <a:spcAft>
                <a:spcPts val="900"/>
              </a:spcAft>
              <a:defRPr sz="1400" b="1">
                <a:solidFill>
                  <a:srgbClr val="222222"/>
                </a:solidFill>
              </a:defRPr>
            </a:pPr>
            <a:r>
              <a:t>5.  Open weights, run locally, no per-image cost — so the whole corpus can be re-run whenever the schema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Tested and dropped: the 60-degree perceptual weighting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the literature weights a pedestrian's central 60 degrees at ~80%, the periphery at 10%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222222"/>
                </a:solidFill>
              </a:defRPr>
            </a:pPr>
            <a:r>
              <a:t>The question: does the model already do this for us?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If a VLM asked to judge as a pedestrian already attends to the centre, imposing 80/10/10 in code would apply the same correction twice.</a:t>
            </a:r>
          </a:p>
          <a:p>
            <a:pPr>
              <a:spcAft>
                <a:spcPts val="900"/>
              </a:spcAft>
              <a:defRPr sz="1500" b="1">
                <a:solidFill>
                  <a:srgbClr val="222222"/>
                </a:solidFill>
              </a:defRPr>
            </a:pPr>
            <a:r>
              <a:t>We measured it. It does not.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102 panoramas split into three 60-degree cones, each rated with the same schema, then regressed against the model's own whole-view rating.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291840"/>
          <a:ext cx="6583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left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centre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right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implied weight (LMG)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0.395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0.355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0.250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implied weight (NNLS)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0.361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0.361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83A32"/>
                          </a:solidFill>
                        </a:defRPr>
                      </a:pPr>
                      <a:r>
                        <a:t>0.278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literature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uniform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0.333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0.333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0.333</a:t>
                      </a:r>
                    </a:p>
                  </a:txBody>
                  <a:tcPr marL="73152" marR="73152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329184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22222"/>
                </a:solidFill>
              </a:defRPr>
            </a:pPr>
            <a:r>
              <a:t>The model reads a 180-degree view flat.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Uniform thirds also beat every alternative on out-of-sample R2 with whole block faces held out.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Why it matters: Street View is captured from a vehicle on the roadway, not from the sidewalk, so a pedestrian frontal-attention model does not match the capture geometry either. The design moved to two 90-degree halves, each facing a frontage, each its own observation.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Does the reprojection distort the ratings?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the panoramas are stitched and warped — four 90-degree photos reprojected onto a cylinder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222222"/>
                </a:solidFill>
              </a:defRPr>
            </a:pPr>
            <a:r>
              <a:t>The objection: these are not photographs.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Straight lines bow, and a pixel at the top of the frame covers about a third the solid angle of one at the horizon. So do the ratings mean anything?</a:t>
            </a:r>
          </a:p>
          <a:p>
            <a:pPr>
              <a:spcAft>
                <a:spcPts val="900"/>
              </a:spcAft>
              <a:defRPr sz="1500" b="1">
                <a:solidFill>
                  <a:srgbClr val="222222"/>
                </a:solidFill>
              </a:defRPr>
            </a:pPr>
            <a:r>
              <a:t>The test: run the identical schema on the ORIGINAL undistorted frames.</a:t>
            </a:r>
          </a:p>
          <a:p>
            <a:pPr>
              <a:spcAft>
                <a:spcPts val="900"/>
              </a:spcAft>
              <a:defRPr sz="1500" b="0">
                <a:solidFill>
                  <a:srgbClr val="666666"/>
                </a:solidFill>
              </a:defRPr>
            </a:pPr>
            <a:r>
              <a:t>Two raw rectilinear photos per walk, no reprojection, same 68 nodes, same prompts, same scoring.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290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256032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raw frames (undistorted)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66666"/>
                          </a:solidFill>
                        </a:defRPr>
                      </a:pPr>
                      <a:r>
                        <a:t>panorama (reprojected)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green_eye_level vs GVI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+0.516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+0.520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vertical_greenery vs GVI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+0.501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+0.523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street_trees vs GVI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+0.607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+0.582</a:t>
                      </a:r>
                    </a:p>
                  </a:txBody>
                  <a:tcPr marL="73152" marR="73152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facade_variation vs VEI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+0.458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+0.487</a:t>
                      </a:r>
                    </a:p>
                  </a:txBody>
                  <a:tcPr marL="73152" marR="73152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22222"/>
                </a:solidFill>
              </a:defRPr>
            </a:pPr>
            <a:r>
              <a:t>Every pair overlaps well within its confidence interval — the reprojection costs nothing measurable, so the panoramas can be used without a caveat.</a:t>
            </a:r>
          </a:p>
          <a:p>
            <a:pPr>
              <a:spcAft>
                <a:spcPts val="900"/>
              </a:spcAft>
              <a:defRPr sz="1300" b="0">
                <a:solidFill>
                  <a:srgbClr val="666666"/>
                </a:solidFill>
              </a:defRPr>
            </a:pPr>
            <a:r>
              <a:t>One exception: walking_room preferred the raw frames (+0.399 vs +0.273), plausibly because the sidewalk sits at the bottom edge where the compression is worst.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Caveats we should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not footnotes — they change how the numbers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222222"/>
                </a:solidFill>
              </a:defRPr>
            </a:pPr>
            <a:r>
              <a:t>Schema length costs accuracy.</a:t>
            </a:r>
          </a:p>
          <a:p>
            <a:pPr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Qwen’s enclosure rating scores +0.480 asked as a standalone question and +0.012 as the tenth field of a twelve-field JSON. Same model, same images.</a:t>
            </a:r>
          </a:p>
          <a:p>
            <a:pPr>
              <a:spcAft>
                <a:spcPts val="900"/>
              </a:spcAft>
              <a:defRPr sz="1400" b="1">
                <a:solidFill>
                  <a:srgbClr val="222222"/>
                </a:solidFill>
              </a:defRPr>
            </a:pPr>
            <a:r>
              <a:t>Enclosure is the weak term, whatever the prompt.</a:t>
            </a:r>
          </a:p>
          <a:p>
            <a:pPr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Five formulations across two projections, all at or near zero in-schema. SIM_hybrid therefore takes enclosure from the pipeline’s measured VEI rather than from a rating — a data source, not a competing model.</a:t>
            </a:r>
          </a:p>
          <a:p>
            <a:pPr>
              <a:spcAft>
                <a:spcPts val="900"/>
              </a:spcAft>
              <a:defRPr sz="1400" b="1">
                <a:solidFill>
                  <a:srgbClr val="222222"/>
                </a:solidFill>
              </a:defRPr>
            </a:pPr>
            <a:r>
              <a:t>Open-vocabulary models are phrasing-sensitive.</a:t>
            </a:r>
          </a:p>
          <a:p>
            <a:pPr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ELSA reports this across Grounding DINO, Detic, OWL and MDETR. We reproduced it: five prompts for the same structure, scored against the same labels, ranged 0.555 to 0.757 on wording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